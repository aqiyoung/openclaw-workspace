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</a:defRPr>
            </a:pPr>
            <a:r>
              <a:t>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你的私人 AI 助手平台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多通道接入 · 多模型支持 · 技能无限扩展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docs.openclaw.ai | github.com/openclaw/openclaw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什么是 OpenClaw？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一个开源的 AI 助手平台，部署在你自己的服务器上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支持多通道接入：微信、飞书、Telegram、Discord、WhatsApp、Slack...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支持多模型：OpenRouter、OpenAI、Claude、DeepSeek、龙猫、腾讯元宝...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技能系统（Skills）：通过安装技能无限扩展能力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数据私有：所有对话、配置、记忆都存储在你的设备上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开源免费：MIT 协议，完全自由使用和修改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全平台接入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微信 — 扫码登录，直接对话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Telegram — Bot 接入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飞书 — 企业级 IM 集成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Discord — 社区友好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WhatsApp — 国际化通讯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Slack — 团队协作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iMessage — Apple 生态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Microsoft Teams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Google Chat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IRC — 经典协议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LINE / Signal / Matrix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更多通道持续添加中...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一个 AI 助手，所有平台同步响应，统一记忆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多模型支持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OpenRouter — 自动选择最优模型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OpenAI (GPT-4o / o1 / o3)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Anthropic (Claude 3.5 / 4)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DeepSeek — 国产推理模型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美团龙猫 (LongCat) — 免费/低价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腾讯元宝 (混元) — 国产大模型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Xiaomi MiMo — 小米模型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Moonshot / Kimi / 百度千帆 / 火山引擎...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Ollama — 本地部署，完全离线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可随时切换模型，支持 per-session 模型覆盖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技能系统 — 无限扩展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飞书文档 — 创建/读取/编辑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飞书日历 — 日程管理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飞书任务 — 任务清单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多维表格 — 数据管理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网页搜索 — 实时信息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天气查询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IMA 知识库 — 笔记/文档管理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公众号写作 — 全流程创作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Word/Excel — 文档处理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代码执行 — Python/Shell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网页抓取 — 内容提取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更多技能：clawhub.com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一键安装，即装即用，技能库持续增长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记忆系统 — 越用越懂你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短期记忆：当前会话上下文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长期记忆：MEMORY.md 持久化存储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每日记录：memory/YYYY-MM-DD.md 自动归档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语义搜索：跨记忆文件智能检索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偏好学习：记住你的习惯和喜好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项目追踪：记住你正在做的事情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每次对话都是在积累，AI 越来越了解你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自主部署 — 数据完全掌控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部署在自己的服务器/NAS/树莓派上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支持 systemd 服务管理，开机自启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Gateway 本地运行，也可暴露到公网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Tailscale / Nginx 反代 / HTTPS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所有数据本地存储，不经过第三方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支持备份和恢复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你的 AI，你的数据，你的规则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OpenClaw 能做什么？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在微信/飞书/Telegram 上同时和你对话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帮你写公众号文章、处理 Word/Excel 文档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管理飞书日历、任务、文档、知识库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搜索网页、抓取内容、分析数据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执行代码、自动化运维任务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记住你的偏好，越用越聪明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一切都运行在你自己的服务器上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开源 · 免费 · 私有 · 可扩展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